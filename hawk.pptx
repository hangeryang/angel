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Hawk: Progressive Speculative Decoding for On-Device MLLMs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Speculative Decoding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Draft fast. Verify once.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A small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draft model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generates γ candidate tokens cheaply: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    x₁, x₂, …, xᵧ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The large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target model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checks every candidate in a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single forward pass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•  Accept the longest valid prefix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•  At the first rejection, sample a correction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    Correction: </a:t>
            </a:r>
            <a:r>
              <a:rPr sz="16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a replacement token sampled from the normalized residual max(0, pᵗ − pᵈ)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•  Discard the unverified suffix and repeat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The win: 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replace several expensive target-model decoding steps with one parallel, prefill-shaped verification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Why the Output Is Exact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For a drafted token x, let pᵈ(x) and pᵗ(x) be its draft- and target-model probabilities. Accept it with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    P(accept | x) = min( 1 ,  pᵗ(x) / pᵈ(x) 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The probability that x is both proposed and accepted is therefore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    pᵈ(x) · P(accept | x) = min( pᵈ(x) , pᵗ(x) 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If the proposal is rejected, sample from the target's missing probability mass: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    p_res(x)  ∝  max( 0 , pᵗ(x) − pᵈ(x) )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Accepted mass + residual mass reconstructs pᵗ exactly. Thus speculative decoding only changes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how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tokens are computed, not their 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When Is Speculative Decoding Faster?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One iteration costs a draft phase plus one target verification: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    T_iter = T_draft + T_verify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If it advances the sequence by τ tokens on average, latency per output token is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    L = (T_draft + T_verify) / τ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where τ includes accepted draft tokens and the target's bonus or correction token.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Three ways to win: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1.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Draft faster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— reduce T_draft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2.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Draft better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— accept more tokens and increase τ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3.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Verify efficiently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— reduce T_verify and wasted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EAGLE-3: The General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EAGLE-3 is a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small draft model attached to the target model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1. The target model processes the current verified sequence and exposes its internal features.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2. The EAGLE-3 drafter uses those features to generate several candidate tokens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autoregressively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(each draft token helps predict the next).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3. The target model verifies all candidates together and accepts a valid prefix.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Then the process repeats.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Core idea: 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borrow the target model's knowledge to draft accurately, while keeping drafting much cheaper than running the target model token by token.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EAGLE-3: LLM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371600"/>
          <a:ext cx="9966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943100"/>
                <a:gridCol w="1943100"/>
                <a:gridCol w="1943100"/>
                <a:gridCol w="1943100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Benchmark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Llama 3.1 8B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DeepSeek-R1-Distill-Llama-8B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anchor="ctr"/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Speedup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Speedup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τ</a:t>
                      </a:r>
                    </a:p>
                  </a:txBody>
                  <a:tcPr anchor="ctr"/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MT-Bench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3.07×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4.24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3.20×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4.49</a:t>
                      </a:r>
                    </a:p>
                  </a:txBody>
                  <a:tcPr anchor="ctr"/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HumanEval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4.13×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5.82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3.77×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5.28</a:t>
                      </a:r>
                    </a:p>
                  </a:txBody>
                  <a:tcPr anchor="ctr"/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GSM8K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3.32×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4.59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4.38×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6.10</a:t>
                      </a:r>
                    </a:p>
                  </a:txBody>
                  <a:tcPr anchor="ctr"/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Alpaca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3.90×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5.56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3.16×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4.30</a:t>
                      </a:r>
                    </a:p>
                  </a:txBody>
                  <a:tcPr anchor="ctr"/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3.61×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5.05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3.63×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5.04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Georgia"/>
                <a:ea typeface="Georgia"/>
                <a:cs typeface="Georgia"/>
              </a:rPr>
              <a:t>Temperature T=1. Source: Li et al., "EAGLE-3," Table 1. Means shown here are computed over the four displayed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EAGLE-3: MLLM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234440"/>
          <a:ext cx="99669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97380"/>
                <a:gridCol w="1897380"/>
                <a:gridCol w="1897380"/>
                <a:gridCol w="1897380"/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Benchmark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Qwen3-VL-2B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SmolVLM-256M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Speedup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Speedup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τ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COCO-Caption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1.62×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1.85×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2.40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Math-500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1.93×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2.56×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3.63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MMMU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1.78×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2.30×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2.77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OCRBench 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1.31×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0.98×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1.50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TextVQA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1.50×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1.22×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1.95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1.63×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1.78×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2.45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15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Georgia"/>
                <a:ea typeface="Georgia"/>
                <a:cs typeface="Georgia"/>
              </a:rPr>
              <a:t>Temperature T=1. Results from IMG_3020 / IMG_3021. SmolVLM speedup is measured by time; means cover the five displayed benchmarks.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Problem: EAGLE-3 on MLLMs and Small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1. Weaker generalization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On MLLMs and smaller target models, EAGLE-3 shows lower </a:t>
            </a:r>
            <a:r>
              <a:rPr sz="17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speedup</a:t>
            </a: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and shorter </a:t>
            </a:r>
            <a:r>
              <a:rPr sz="17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acceptance length</a:t>
            </a: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than on larger language models.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Possible causes: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•  Information is lost when intermediate features are fused and compressed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•  Intermediate representations receive no direct supervision</a:t>
            </a:r>
          </a:p>
          <a:p>
            <a:pPr algn="l">
              <a:spcAft>
                <a:spcPts val="1600"/>
              </a:spcAft>
            </a:pP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•  The draft model does not reuse pretrained weights; it is trained from scratch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2. Storage overhead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The draft model introduces a separate set of parameters, consuming substantial on-device storage alongside the target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